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HOOK (~25s)
AI agents are moving into the enterprise faster than anyone can govern them. They can deploy code, move money, and touch customer data — with none of the controls we demand of human employees. SwarmOps is the operating system for AI workforces: the management layer that makes an AI workforce safe to run in a real company. Govern, audit, evolve. And it's live — deployed on Vercel and Render, and QA'd by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THE PROBLEM (~30s)
Multi-agent systems are impressive — right up until an agent does something irreversible: deploys to production, exports customer data, blows a budget, because the model decided to. You can't ship that to a real company. And bolt-on "self-improvement" usually means agents rewriting their own prompts with no audit, no human gate, no rollback. That's ungovernable, and unsafe.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THE SOLUTION / DEMO (~45s)
Six AI agents — CEO, PM, Developer, Security, QA, Finance — run a real mission: launch a secure support portal. They reason and hand off to each other, but every governed action passes through a deterministic policy engine with no LLM in the path. Watch: the Developer wants to deploy to production — the mission pauses for a human. I approve, it deploys. Then an agent tries to export the customer database — blocked instantly, and audited. Three guarantees: deterministic governance decides, Postgres is the single source of truth, and everything is an immutable, auditable event.
TIP: pause on the approve and the block — your strongest beats. Show the live demo or video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SELF-EVOLVING &amp; SAFE (~40s)
The moment a mission ends, the workforce grades itself — a deterministic evaluator scores each agent from real data, finds weaknesses, and proposes a fix. The important part: it's safe by design. Agents can never touch executable code — evolution only writes config data. Every version is immutable. High-risk changes need the same human approval as a production deploy. Everything is reversible and auditable. The workforce improves over time, but can never become the thing that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TOOL USE (~40s)
Every part of this loop uses a sponsor tool. Agents reason through Pioneer's adaptive inference, coordinate over Band, and pull verified context from Senso. When a mission finishes, they take a real action — publishing an audit-grounded report to cited.md, where every governance line cites its policy. Each integration sits behind a resilient adapter, so a sponsor outage never breaks a mission. And we deployed it live and ran Replay's autonomous QA on the real app. Five sponsor tools,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VISION / CLOSE (~30s)
Where does this go? Today, a governed AI workforce for one company. Next, enterprise workforce management — auth, roles, analytics. Ultimately, a governance plane across many organizations and any agent runtime — the OS for the internet of agents. SwarmOps: self-improving, measurable, reversible — and governed the whole way down. Thank you.
=========================  Q &amp; A  =========================
Q: Deterministic governance — no LLM? Yes: pure function, no LLM / randomness. The model proposes; it can never approve or bypass. Same input -&gt; same decision.
Q: Self-modifying AI — is it safe? Agents never touch executable code; evolution writes config data rows only. Versions are immutable; high-risk needs human approval; all reversible + logged.
Q: Can agents game their own scores? No — a deterministic evaluator scores from the immutable audit trail (what actually happened), not the agent's self-report.
Q: You ran on Mock — real models? Provider-agnostic behind one interface (Claude/OpenAI/Gemini/Pioneer/Mock); any real provider drops in with one env var.
Q: Real vs scripted? Reasoning, scoring, and evolution are real and data-driven; only the mission objective + governed action set are fixed for a reliable demo.
Q: Diff vs CrewAI / AutoGPT / LangChain? Not a competing framework — the governance &amp; management layer ABOVE any runtime. You can run CrewAI underneath it.
Q: Production-ready? Hackathon-scoped (no auth/multi-tenancy yet, single process), but the core governance/audit/evolution is real and covered by 69 backend tests. Roadmap: auth, roles, multi-tenant analytics.
Q: Sponsor outage mid-mission? Every sponsor sits behind a resilient adapter with a local fallback; the mission always completes (proven by a test).
Q: Is the cited.md report trustworthy? Grounded entirely in the Postgres audit trail; every governance line cites the exact policy it enforced — verifiable by construction.
Q: What did Replay find? 6 user journeys, 5 low-severity accessibility/contrast findings, no functional bugs.
Q: Who's the customer? Any company deploying autonomous agents that take real actions — needs the same controls for AI employees as for humans: authority, approvals, audit, safe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WORKFORCE OPERATING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SwarmOps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Govern.  Audit.  Evolve.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management layer that makes an AI workforce safe to run in a real company — deterministic governance, human approvals, full audit, and safe self-evolution, above any agent runtime.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37960" y="105156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0F1420"/>
          </a:solidFill>
          <a:ln w="19050">
            <a:solidFill>
              <a:srgbClr val="5B7CFA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0" descr="/root/deck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1170432"/>
            <a:ext cx="4974336" cy="31912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4572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governance + a self-evolving AI workforce, on one control plane.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3A0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07492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993392" y="5074920"/>
            <a:ext cx="883310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3A0B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93392" y="5074920"/>
            <a:ext cx="8833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077870" y="507492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3A0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7870" y="5074920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React Flow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327294" y="5074920"/>
            <a:ext cx="2406701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93A0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27294" y="5074920"/>
            <a:ext cx="24067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Governance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" y="554126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Live:  </a:t>
            </a:r>
            <a:pPr indent="0" marL="0">
              <a:buNone/>
            </a:pPr>
            <a:r>
              <a:rPr lang="en-US" sz="125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swarm-ops-self-evolwing-agents-hack.vercel.app</a:t>
            </a:r>
            <a:pPr indent="0" marL="0">
              <a:buNone/>
            </a:pPr>
            <a:r>
              <a:rPr lang="en-US" sz="125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deployed on Vercel + Render, autonomously QA'd by Replay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0080" y="5961888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Self-Evolving Agents Hackathon  ·  github.com/datAgent77/SwarmOps_self_evolwing_agents_hack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entering the enterprise — ungoverned.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27080" cy="1207008"/>
          </a:xfrm>
          <a:prstGeom prst="roundRect">
            <a:avLst>
              <a:gd name="adj" fmla="val 6818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85416"/>
            <a:ext cx="566928" cy="566928"/>
          </a:xfrm>
          <a:prstGeom prst="ellipse">
            <a:avLst/>
          </a:prstGeom>
          <a:solidFill>
            <a:srgbClr val="E56A76"/>
          </a:solidFill>
          <a:ln w="12700">
            <a:solidFill>
              <a:srgbClr val="E56A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85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2075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actions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4414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deploy code, move money, and export customer data — because the model decided to. You can't ship that to a real company.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927080" cy="1207008"/>
          </a:xfrm>
          <a:prstGeom prst="roundRect">
            <a:avLst>
              <a:gd name="adj" fmla="val 6818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557016"/>
            <a:ext cx="566928" cy="566928"/>
          </a:xfrm>
          <a:prstGeom prst="ellipse">
            <a:avLst/>
          </a:prstGeom>
          <a:solidFill>
            <a:srgbClr val="E0AF4D"/>
          </a:solidFill>
          <a:ln w="12700">
            <a:solidFill>
              <a:srgbClr val="E0A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57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3447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gate, no accountability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8130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controls we demand of human employees: authority, approvals, an audit trail, or a way to say no.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927080" cy="1207008"/>
          </a:xfrm>
          <a:prstGeom prst="roundRect">
            <a:avLst>
              <a:gd name="adj" fmla="val 6818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928616"/>
            <a:ext cx="566928" cy="566928"/>
          </a:xfrm>
          <a:prstGeom prst="ellipse">
            <a:avLst/>
          </a:prstGeom>
          <a:solidFill>
            <a:srgbClr val="8AA0FF"/>
          </a:solidFill>
          <a:ln w="12700">
            <a:solidFill>
              <a:srgbClr val="8AA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4818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Ungovernable "self-improvement"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51846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 self-improvement means agents rewriting their own prompts or code — no audit, no human sign-off, no rollback.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ungovernable — and unsafe.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governance. A living workforce.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48256"/>
            <a:ext cx="365760" cy="365760"/>
          </a:xfrm>
          <a:prstGeom prst="ellipse">
            <a:avLst/>
          </a:prstGeom>
          <a:solidFill>
            <a:srgbClr val="26314B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9293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22494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six-agent AI company takes a real objective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4128" y="2615184"/>
            <a:ext cx="0" cy="128016"/>
          </a:xfrm>
          <a:prstGeom prst="line">
            <a:avLst/>
          </a:prstGeom>
          <a:noFill/>
          <a:ln w="25400">
            <a:solidFill>
              <a:srgbClr val="2631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74320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962656"/>
            <a:ext cx="365760" cy="365760"/>
          </a:xfrm>
          <a:prstGeom prst="ellipse">
            <a:avLst/>
          </a:prstGeom>
          <a:solidFill>
            <a:srgbClr val="26314B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8437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reason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71600" y="31638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build, review — via any LLM provider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24128" y="3529584"/>
            <a:ext cx="0" cy="128016"/>
          </a:xfrm>
          <a:prstGeom prst="line">
            <a:avLst/>
          </a:prstGeom>
          <a:noFill/>
          <a:ln w="25400">
            <a:solidFill>
              <a:srgbClr val="2631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5760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16203A"/>
          </a:solidFill>
          <a:ln w="12700">
            <a:solidFill>
              <a:srgbClr val="5B7CF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3877056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77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7581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·  no LLM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71600" y="40782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pure policy engine decides: allow · approve · block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4128" y="4443984"/>
            <a:ext cx="0" cy="128016"/>
          </a:xfrm>
          <a:prstGeom prst="line">
            <a:avLst/>
          </a:prstGeom>
          <a:noFill/>
          <a:ln w="25400">
            <a:solidFill>
              <a:srgbClr val="2631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57200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1248" y="4791456"/>
            <a:ext cx="365760" cy="365760"/>
          </a:xfrm>
          <a:prstGeom prst="ellipse">
            <a:avLst/>
          </a:prstGeom>
          <a:solidFill>
            <a:srgbClr val="26314B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6725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+ persist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71600" y="49926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pause for a human; exports are blocked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24128" y="5358384"/>
            <a:ext cx="0" cy="128016"/>
          </a:xfrm>
          <a:prstGeom prst="line">
            <a:avLst/>
          </a:prstGeom>
          <a:noFill/>
          <a:ln w="25400">
            <a:solidFill>
              <a:srgbClr val="2631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486400"/>
            <a:ext cx="5532120" cy="786384"/>
          </a:xfrm>
          <a:prstGeom prst="roundRect">
            <a:avLst>
              <a:gd name="adj" fmla="val 10465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1248" y="5705856"/>
            <a:ext cx="365760" cy="365760"/>
          </a:xfrm>
          <a:prstGeom prst="ellipse">
            <a:avLst/>
          </a:prstGeom>
          <a:solidFill>
            <a:srgbClr val="26314B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5586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→ live dashboard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371600" y="59070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trail in Postgres, streamed live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1828800"/>
            <a:ext cx="5257800" cy="2770632"/>
          </a:xfrm>
          <a:prstGeom prst="roundRect">
            <a:avLst>
              <a:gd name="adj" fmla="val 2310"/>
            </a:avLst>
          </a:prstGeom>
          <a:solidFill>
            <a:srgbClr val="0F1420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pic>
        <p:nvPicPr>
          <p:cNvPr id="34" name="Image 0" descr="/root/deck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68" y="1938528"/>
            <a:ext cx="5038344" cy="2551176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6492240" y="4864608"/>
            <a:ext cx="310896" cy="310896"/>
          </a:xfrm>
          <a:prstGeom prst="ellipse">
            <a:avLst/>
          </a:prstGeom>
          <a:solidFill>
            <a:srgbClr val="3FBE86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92240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912864" y="48006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governance decides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912864" y="50657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LLM, no randomness in the enforcement path.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492240" y="5468112"/>
            <a:ext cx="310896" cy="310896"/>
          </a:xfrm>
          <a:prstGeom prst="ellipse">
            <a:avLst/>
          </a:prstGeom>
          <a:solidFill>
            <a:srgbClr val="3FBE86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92240" y="5468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912864" y="54041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is the source of truth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6912864" y="5669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anytime — nothing is lost.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492240" y="6071616"/>
            <a:ext cx="310896" cy="310896"/>
          </a:xfrm>
          <a:prstGeom prst="ellipse">
            <a:avLst/>
          </a:prstGeom>
          <a:solidFill>
            <a:srgbClr val="3FBE86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92240" y="6071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912864" y="6007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auditable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912864" y="6272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action, decision &amp; approval is an immutable event.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SELF-EVOLVING — AND WHY THAT'S SAFE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workforce improves itself — safely.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rewards itself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5321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450592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304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59689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evaluator scores each agent 0–100 from persisted mission data — not the agent grading itself.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0080" y="3136392"/>
            <a:ext cx="55321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392424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246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weakness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538728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for blocked actions, needed approvals, retries, cost.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55321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334256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1879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data-only fix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480560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weakness to a concrete config change — never code.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40080" y="5020056"/>
            <a:ext cx="55321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276088"/>
            <a:ext cx="365760" cy="365760"/>
          </a:xfrm>
          <a:prstGeom prst="ellipse">
            <a:avLst/>
          </a:prstGeom>
          <a:solidFill>
            <a:srgbClr val="5B7CFA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129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the upgrade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5422392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new version; high-risk needs human approval.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4922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2194560"/>
            <a:ext cx="50749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93408" y="2468880"/>
            <a:ext cx="329184" cy="329184"/>
          </a:xfrm>
          <a:prstGeom prst="ellipse">
            <a:avLst/>
          </a:prstGeom>
          <a:solidFill>
            <a:srgbClr val="3FBE86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2468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78040" y="23042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never touch executable code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178040" y="261518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writes config data rows only — no code generation.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492240" y="3136392"/>
            <a:ext cx="50749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93408" y="3410712"/>
            <a:ext cx="329184" cy="329184"/>
          </a:xfrm>
          <a:prstGeom prst="ellipse">
            <a:avLst/>
          </a:prstGeom>
          <a:solidFill>
            <a:srgbClr val="3FBE86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78040" y="3246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are immutable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178040" y="35570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version is a new row; nothing is overwritten.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492240" y="4078224"/>
            <a:ext cx="50749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93408" y="4352544"/>
            <a:ext cx="329184" cy="329184"/>
          </a:xfrm>
          <a:prstGeom prst="ellipse">
            <a:avLst/>
          </a:prstGeom>
          <a:solidFill>
            <a:srgbClr val="3FBE86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3408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78040" y="41879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change requires a human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178040" y="44988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governance gate as a production deploy.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492240" y="5020056"/>
            <a:ext cx="5074920" cy="859536"/>
          </a:xfrm>
          <a:prstGeom prst="roundRect">
            <a:avLst>
              <a:gd name="adj" fmla="val 9574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693408" y="5294376"/>
            <a:ext cx="329184" cy="329184"/>
          </a:xfrm>
          <a:prstGeom prst="ellipse">
            <a:avLst/>
          </a:prstGeom>
          <a:solidFill>
            <a:srgbClr val="3FBE86"/>
          </a:solidFill>
          <a:ln w="12700">
            <a:solidFill>
              <a:srgbClr val="3FBE8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5294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3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178040" y="51297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&amp; auditable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178040" y="5440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history; rollback to any legitimate version; every step logged.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64008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resilient, pluggable adapters: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394960" y="5943600"/>
            <a:ext cx="1564538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AA0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4960" y="5943600"/>
            <a:ext cx="15645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· routing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078370" y="5943600"/>
            <a:ext cx="1185062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7D59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78370" y="5943600"/>
            <a:ext cx="11850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· comms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382305" y="594360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E0AF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82305" y="5943600"/>
            <a:ext cx="1412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0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 · context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913925" y="5943600"/>
            <a:ext cx="1640434" cy="384048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13925" y="5943600"/>
            <a:ext cx="1640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cited.md · publish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— HOW WE USE EACH SPONSOR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sponsor owns a part of the governed loop.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87452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757123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8AA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84832"/>
            <a:ext cx="757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48716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inference — 50+ models from one endpoint, improving over time.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reasons through Pioneer (adaptive routing).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464515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providers/llm/pioneer.py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27832" y="3383280"/>
            <a:ext cx="256032" cy="0"/>
          </a:xfrm>
          <a:prstGeom prst="line">
            <a:avLst/>
          </a:prstGeom>
          <a:noFill/>
          <a:ln w="1905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02152" y="187452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03320" y="20848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7D5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0848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03320" y="248716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703320" y="29718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mesh — agents live in chatrooms and talk via @mentions.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03320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conversation + governance events mirrored to a Band room.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464515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providers/comms/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256032" cy="0"/>
          </a:xfrm>
          <a:prstGeom prst="line">
            <a:avLst/>
          </a:prstGeom>
          <a:noFill/>
          <a:ln w="1905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187452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01968" y="2084832"/>
            <a:ext cx="918058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E0AF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084832"/>
            <a:ext cx="9180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0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01968" y="248716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601968" y="29718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OS — a programmable knowledge base for agents.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01968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0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mission artifacts; retrieve verified context into agent memory.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01968" y="464515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providers/context/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025128" y="3383280"/>
            <a:ext cx="256032" cy="0"/>
          </a:xfrm>
          <a:prstGeom prst="line">
            <a:avLst/>
          </a:prstGeom>
          <a:noFill/>
          <a:ln w="1905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99448" y="1874520"/>
            <a:ext cx="2606040" cy="3063240"/>
          </a:xfrm>
          <a:prstGeom prst="roundRect">
            <a:avLst>
              <a:gd name="adj" fmla="val 3158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500616" y="2084832"/>
            <a:ext cx="837590" cy="310896"/>
          </a:xfrm>
          <a:prstGeom prst="roundRect">
            <a:avLst>
              <a:gd name="adj" fmla="val 50000"/>
            </a:avLst>
          </a:prstGeom>
          <a:solidFill>
            <a:srgbClr val="0F1420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0616" y="2084832"/>
            <a:ext cx="8375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500616" y="2487168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cited.md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500616" y="297180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for the agentic web — agents publish verifiable, cited content.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500616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it: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audit-grounded mission report — a real, verifiable action.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0616" y="4645152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publishing/ · providers/publish/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" y="5257800"/>
            <a:ext cx="11301984" cy="960120"/>
          </a:xfrm>
          <a:prstGeom prst="roundRect">
            <a:avLst>
              <a:gd name="adj" fmla="val 8571"/>
            </a:avLst>
          </a:prstGeom>
          <a:solidFill>
            <a:srgbClr val="121A2E"/>
          </a:solidFill>
          <a:ln w="12700">
            <a:solidFill>
              <a:srgbClr val="2631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25780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QA'd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on Vercel + Render, and autonomously tested by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56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QA on the real deployment (5th sponsor tool). Every integration is key-gated, so a sponsor outage never breaks a mission.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management layer for the AI workforce.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9584" cy="2468880"/>
          </a:xfrm>
          <a:prstGeom prst="roundRect">
            <a:avLst>
              <a:gd name="adj" fmla="val 3333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Workforce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governance, human approvals, full audit, safe self-evolution — for one AI company.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97096" y="3291840"/>
            <a:ext cx="256032" cy="0"/>
          </a:xfrm>
          <a:prstGeom prst="line">
            <a:avLst/>
          </a:prstGeom>
          <a:noFill/>
          <a:ln w="254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2057400"/>
            <a:ext cx="3529584" cy="2468880"/>
          </a:xfrm>
          <a:prstGeom prst="roundRect">
            <a:avLst>
              <a:gd name="adj" fmla="val 3333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22860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67004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Workforce Management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54880" y="342900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multi-tenant authorization; workforce analytics; approval routing; org-wide audit.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37576" y="3291840"/>
            <a:ext cx="256032" cy="0"/>
          </a:xfrm>
          <a:prstGeom prst="line">
            <a:avLst/>
          </a:prstGeom>
          <a:noFill/>
          <a:ln w="25400">
            <a:solidFill>
              <a:srgbClr val="5B7CF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21040" y="2057400"/>
            <a:ext cx="3529584" cy="2468880"/>
          </a:xfrm>
          <a:prstGeom prst="roundRect">
            <a:avLst>
              <a:gd name="adj" fmla="val 3333"/>
            </a:avLst>
          </a:prstGeom>
          <a:solidFill>
            <a:srgbClr val="141A28"/>
          </a:solidFill>
          <a:ln w="12700">
            <a:solidFill>
              <a:srgbClr val="26314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2286000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2670048"/>
            <a:ext cx="2980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Platform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95360" y="3429000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3A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governance &amp; analytics plane across many orgs and any agent runtime — the OS for the internet of agents.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Self-improving, measurable, reversible — and governed the whole way down.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65760" y="568756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7D5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</a:t>
            </a:r>
            <a:pPr algn="ctr" indent="0" marL="0">
              <a:buNone/>
            </a:pPr>
            <a:r>
              <a:rPr lang="en-US" sz="1300" dirty="0">
                <a:solidFill>
                  <a:srgbClr val="8AA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swarm-ops-self-evolwing-agents-hack.vercel.app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089904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github.com/datAgent77/SwarmOps_self_evolwing_agents_hack    ·    69 backend tests · deterministic governance · immutable, governed evolution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SwarmOps — Pitch</dc:title>
  <dc:subject>PptxGenJS Presentation</dc:subject>
  <dc:creator>SwarmOps</dc:creator>
  <cp:lastModifiedBy>SwarmOps</cp:lastModifiedBy>
  <cp:revision>1</cp:revision>
  <dcterms:created xsi:type="dcterms:W3CDTF">2026-07-24T23:47:24Z</dcterms:created>
  <dcterms:modified xsi:type="dcterms:W3CDTF">2026-07-24T23:47:24Z</dcterms:modified>
</cp:coreProperties>
</file>